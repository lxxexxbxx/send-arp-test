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3426928160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7189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7189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78025709"/>
              </p:ext>
            </p:extLst>
          </p:nvPr>
        </p:nvGraphicFramePr>
        <p:xfrm>
          <a:off x="3750120" y="4147200"/>
          <a:ext cx="6177600" cy="146304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7189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7189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7189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ad17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49040" y="384048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 36:10:be:5b:4a:64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 172.20.10.1 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 </a:t>
            </a:r>
            <a:r>
              <a:rPr lang="da-DK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90:de:80:d5:ad:17</a:t>
            </a: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 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&lt;172.20.10.5&gt;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 90:de:80:3f:71:89 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 172.20.10.6 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85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dc:description/>
  <cp:lastModifiedBy>KISIA</cp:lastModifiedBy>
  <cp:revision>17</cp:revision>
  <dcterms:created xsi:type="dcterms:W3CDTF">2020-04-02T04:51:22Z</dcterms:created>
  <dcterms:modified xsi:type="dcterms:W3CDTF">2026-06-29T06:26:33Z</dcterms:modified>
  <dc:language>en-US</dc:language>
</cp:coreProperties>
</file>